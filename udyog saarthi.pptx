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14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46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33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7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85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75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286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14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5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61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7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35BC4-EEE1-4780-B6F4-E1A101930D72}" type="datetimeFigureOut">
              <a:rPr lang="en-IN" smtClean="0"/>
              <a:t>21/09/2023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922B1-3AE7-457E-8132-F5BFC1655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45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19570349">
            <a:off x="7397820" y="113251"/>
            <a:ext cx="6787167" cy="2137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 rot="19570349">
            <a:off x="4822114" y="-862576"/>
            <a:ext cx="6787167" cy="213789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 rot="19570349">
            <a:off x="7475086" y="2704094"/>
            <a:ext cx="6787167" cy="21378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oogle Shape;212;p1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-115909" y="0"/>
            <a:ext cx="3330245" cy="16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0" y="2025908"/>
            <a:ext cx="58673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Problem Statement Title : Udyog Saarthi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Organization: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Ministry of Social Justice and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Empowerment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Category : Software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Problem Statement Number : SIH 1333</a:t>
            </a:r>
          </a:p>
          <a:p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Team Name : Purple Hand Gang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Team Leader Name : Het.H.Bhalani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10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 rot="19404085">
            <a:off x="-806661" y="5842972"/>
            <a:ext cx="5422006" cy="14295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oogle Shape;212;p1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-103030" y="0"/>
            <a:ext cx="3330245" cy="16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 rot="19404085">
            <a:off x="-2199345" y="4986045"/>
            <a:ext cx="5422006" cy="142955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 rot="19404085">
            <a:off x="-2404062" y="3201020"/>
            <a:ext cx="5422006" cy="14295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662149" y="849944"/>
            <a:ext cx="8529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Idea</a:t>
            </a:r>
            <a:r>
              <a:rPr lang="en-US" sz="2800" dirty="0" smtClean="0"/>
              <a:t>/</a:t>
            </a:r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Approach</a:t>
            </a:r>
            <a:r>
              <a:rPr lang="en-US" sz="28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Details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15542" y="1653560"/>
            <a:ext cx="7170057" cy="80945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Udyog Saarthi App Is A App To Help People To Find Good Job Despite Of There Disabilities.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We Are Aiming To Make An A.I Integrated App To Support This Idea.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We Will Provide A Wide Range Of Skill Improvement Courses.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Training For Competitive Examination In An Accessible Manner.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Guidance To The </a:t>
            </a:r>
            <a:r>
              <a:rPr lang="en-US" sz="2000" dirty="0" err="1" smtClean="0">
                <a:solidFill>
                  <a:schemeClr val="accent2">
                    <a:lumMod val="75000"/>
                  </a:schemeClr>
                </a:solidFill>
              </a:rPr>
              <a:t>Psu’s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And Department For Accessible Conduct Of Competitive Examinations, Counselling, And Logistic Support.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We will work along side with helping entities like The Department of Empowerment of Persons with Disabilities (DEPwD), National Institutions like NIEPMD.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7605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;p1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-103030" y="0"/>
            <a:ext cx="3330245" cy="16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 rot="1292726">
            <a:off x="8040914" y="4100556"/>
            <a:ext cx="6473372" cy="162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 rot="1292726">
            <a:off x="7852228" y="2202948"/>
            <a:ext cx="6473372" cy="1625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0" y="1696016"/>
            <a:ext cx="6952582" cy="82791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We would provide a simple and elegant user interface.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We would Notify them if the job the applied for has any vacancy.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We will provide them with the best and easiest courses to make them skillful.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We will make them aware of there perk’s and all the job opportunities they have.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933371" y="522514"/>
            <a:ext cx="6995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Solutions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We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Have</a:t>
            </a:r>
            <a:r>
              <a:rPr lang="en-US" sz="3200" dirty="0" smtClean="0"/>
              <a:t>:-</a:t>
            </a:r>
            <a:endParaRPr lang="en-IN" sz="3200" dirty="0"/>
          </a:p>
        </p:txBody>
      </p:sp>
      <p:sp>
        <p:nvSpPr>
          <p:cNvPr id="5" name="Rectangle 4"/>
          <p:cNvSpPr/>
          <p:nvPr/>
        </p:nvSpPr>
        <p:spPr>
          <a:xfrm rot="1292726">
            <a:off x="6553198" y="5359265"/>
            <a:ext cx="6473372" cy="1625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2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473" y="2753259"/>
            <a:ext cx="4000500" cy="2714625"/>
          </a:xfrm>
          <a:prstGeom prst="rect">
            <a:avLst/>
          </a:prstGeom>
        </p:spPr>
      </p:pic>
      <p:pic>
        <p:nvPicPr>
          <p:cNvPr id="3" name="Google Shape;212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-103030" y="0"/>
            <a:ext cx="3330245" cy="16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 rot="1292726">
            <a:off x="9725477" y="1200199"/>
            <a:ext cx="6473372" cy="1625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 rot="1292726">
            <a:off x="8363196" y="4333286"/>
            <a:ext cx="6473372" cy="1625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048055" y="446020"/>
            <a:ext cx="6480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4">
                    <a:lumMod val="75000"/>
                  </a:schemeClr>
                </a:solidFill>
              </a:rPr>
              <a:t>We Will Use Technologies Like:-</a:t>
            </a:r>
            <a:endParaRPr lang="en-IN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3297" y="2026818"/>
            <a:ext cx="56980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4000" dirty="0" smtClean="0">
                <a:solidFill>
                  <a:srgbClr val="92D050"/>
                </a:solidFill>
              </a:rPr>
              <a:t> Backend : Django 2.2.6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000" dirty="0" smtClean="0">
                <a:solidFill>
                  <a:srgbClr val="92D050"/>
                </a:solidFill>
              </a:rPr>
              <a:t> Frontend: HTML5, CSS3, JavaScript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000" dirty="0" smtClean="0">
                <a:solidFill>
                  <a:srgbClr val="92D050"/>
                </a:solidFill>
              </a:rPr>
              <a:t> Database: POSTGRE SQL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000" dirty="0" smtClean="0">
                <a:solidFill>
                  <a:srgbClr val="92D050"/>
                </a:solidFill>
              </a:rPr>
              <a:t> SMS Service: Twilio API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000" dirty="0" smtClean="0">
                <a:solidFill>
                  <a:srgbClr val="92D050"/>
                </a:solidFill>
              </a:rPr>
              <a:t> Email Service: Gmail</a:t>
            </a:r>
            <a:endParaRPr lang="en-IN" sz="4000" dirty="0">
              <a:solidFill>
                <a:srgbClr val="92D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52204" y="1976431"/>
            <a:ext cx="3730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Technology Stack</a:t>
            </a:r>
            <a:endParaRPr lang="en-IN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594146" y="7141434"/>
            <a:ext cx="1779187" cy="892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 rot="1292726">
            <a:off x="10565193" y="3355673"/>
            <a:ext cx="6473372" cy="162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54" y="2497133"/>
            <a:ext cx="4114800" cy="2714625"/>
          </a:xfrm>
          <a:prstGeom prst="rect">
            <a:avLst/>
          </a:prstGeom>
        </p:spPr>
      </p:pic>
      <p:pic>
        <p:nvPicPr>
          <p:cNvPr id="22" name="Picture 4" descr="Database of Databases | Nexus Blo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948" y="5495375"/>
            <a:ext cx="2215784" cy="113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560" y="4507448"/>
            <a:ext cx="4524375" cy="2714625"/>
          </a:xfrm>
          <a:prstGeom prst="rect">
            <a:avLst/>
          </a:prstGeom>
        </p:spPr>
      </p:pic>
      <p:sp>
        <p:nvSpPr>
          <p:cNvPr id="21" name="AutoShape 12" descr="JavaScript Programming Language icon PNG and SVG Vector Free Downlo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0989" y="448264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65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1567341">
            <a:off x="10393017" y="4958366"/>
            <a:ext cx="5274365" cy="143232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 rot="1567341">
            <a:off x="9798366" y="1146713"/>
            <a:ext cx="5274365" cy="14323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 rot="1567341">
            <a:off x="10230676" y="3032662"/>
            <a:ext cx="5274365" cy="1432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Google Shape;237;p4"/>
          <p:cNvSpPr txBox="1">
            <a:spLocks/>
          </p:cNvSpPr>
          <p:nvPr/>
        </p:nvSpPr>
        <p:spPr>
          <a:xfrm>
            <a:off x="4016316" y="688277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 smtClean="0"/>
              <a:t>Team Member Details </a:t>
            </a:r>
            <a:endParaRPr lang="en-US" dirty="0"/>
          </a:p>
        </p:txBody>
      </p:sp>
      <p:sp>
        <p:nvSpPr>
          <p:cNvPr id="3" name="Google Shape;238;p4"/>
          <p:cNvSpPr txBox="1">
            <a:spLocks/>
          </p:cNvSpPr>
          <p:nvPr/>
        </p:nvSpPr>
        <p:spPr>
          <a:xfrm>
            <a:off x="4016316" y="1299140"/>
            <a:ext cx="5048171" cy="49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5D7C3F"/>
                </a:solidFill>
              </a:rPr>
              <a:t>Team Leader Name: </a:t>
            </a:r>
            <a:r>
              <a:rPr lang="en-US" b="1" dirty="0" smtClean="0">
                <a:solidFill>
                  <a:srgbClr val="00B0F0"/>
                </a:solidFill>
              </a:rPr>
              <a:t>Het.Bhalani</a:t>
            </a: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  <a:buFont typeface="Arial" panose="020B0604020202020204" pitchFamily="34" charset="0"/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  <a:buFont typeface="Arial" panose="020B0604020202020204" pitchFamily="34" charset="0"/>
              <a:buNone/>
            </a:pPr>
            <a:endParaRPr lang="en-US" b="1" dirty="0" smtClean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  <a:buFont typeface="Arial" panose="020B0604020202020204" pitchFamily="34" charset="0"/>
              <a:buNone/>
            </a:pPr>
            <a:r>
              <a:rPr lang="en-US" sz="1200" dirty="0" smtClean="0"/>
              <a:t>			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848631"/>
              </p:ext>
            </p:extLst>
          </p:nvPr>
        </p:nvGraphicFramePr>
        <p:xfrm>
          <a:off x="118223" y="2164400"/>
          <a:ext cx="10515600" cy="4573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648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No.</a:t>
                      </a:r>
                      <a:endParaRPr lang="en-IN" sz="32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Name</a:t>
                      </a:r>
                      <a:endParaRPr lang="en-IN" sz="28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Enrollment</a:t>
                      </a:r>
                      <a:r>
                        <a:rPr lang="en-IN" sz="28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 No.</a:t>
                      </a:r>
                      <a:endParaRPr lang="en-IN" sz="28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Phone No.</a:t>
                      </a:r>
                      <a:endParaRPr lang="en-IN" sz="28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Gmail id</a:t>
                      </a:r>
                      <a:endParaRPr lang="en-IN" sz="28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5648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1.</a:t>
                      </a:r>
                      <a:endParaRPr lang="en-IN" sz="32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Het </a:t>
                      </a:r>
                      <a:r>
                        <a:rPr lang="en-IN" sz="2000" kern="100" dirty="0" err="1">
                          <a:effectLst/>
                        </a:rPr>
                        <a:t>Bhalani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22012250210138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94095 59039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22012250210138@ljku.edu.in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648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2.</a:t>
                      </a:r>
                      <a:endParaRPr lang="en-IN" sz="32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 err="1">
                          <a:effectLst/>
                        </a:rPr>
                        <a:t>Jainam</a:t>
                      </a:r>
                      <a:r>
                        <a:rPr lang="en-IN" sz="2000" kern="100" dirty="0">
                          <a:effectLst/>
                        </a:rPr>
                        <a:t> </a:t>
                      </a:r>
                      <a:r>
                        <a:rPr lang="en-IN" sz="2000" kern="100" dirty="0" err="1">
                          <a:effectLst/>
                        </a:rPr>
                        <a:t>Gajjar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22012250210152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</a:rPr>
                        <a:t>7984849841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</a:rPr>
                        <a:t>22012250210152@ljku.edu.in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648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3.</a:t>
                      </a:r>
                      <a:endParaRPr lang="en-IN" sz="32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Het </a:t>
                      </a:r>
                      <a:r>
                        <a:rPr lang="en-IN" sz="2000" kern="100" dirty="0" err="1">
                          <a:effectLst/>
                        </a:rPr>
                        <a:t>Kikkani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22012250210135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</a:rPr>
                        <a:t>99744 39979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</a:rPr>
                        <a:t>22012250210135@ljku.edu.in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648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4.</a:t>
                      </a:r>
                      <a:endParaRPr lang="en-IN" sz="32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Het Shah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22012250210154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79905 18122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22012250210134@ljku.edu.in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648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5.</a:t>
                      </a:r>
                      <a:endParaRPr lang="en-IN" sz="32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 err="1">
                          <a:effectLst/>
                        </a:rPr>
                        <a:t>Himay</a:t>
                      </a:r>
                      <a:r>
                        <a:rPr lang="en-IN" sz="2000" kern="100" dirty="0">
                          <a:effectLst/>
                        </a:rPr>
                        <a:t> Dave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</a:rPr>
                        <a:t> 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63512 08639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 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648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6.</a:t>
                      </a:r>
                      <a:endParaRPr lang="en-IN" sz="32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 err="1">
                          <a:effectLst/>
                        </a:rPr>
                        <a:t>Zalak</a:t>
                      </a:r>
                      <a:r>
                        <a:rPr lang="en-IN" sz="2000" kern="100" dirty="0">
                          <a:effectLst/>
                        </a:rPr>
                        <a:t> </a:t>
                      </a:r>
                      <a:r>
                        <a:rPr lang="en-IN" sz="2000" kern="100" dirty="0" err="1">
                          <a:effectLst/>
                        </a:rPr>
                        <a:t>Gondaliya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</a:rPr>
                        <a:t> 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</a:rPr>
                        <a:t>92659 80273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</a:rPr>
                        <a:t> 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33734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Google Shape;212;p1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-103030" y="0"/>
            <a:ext cx="3330245" cy="1670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39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2220530" y="3111143"/>
            <a:ext cx="2268021" cy="1625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oogle Shape;212;p1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-103030" y="0"/>
            <a:ext cx="3330245" cy="16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9869715" y="9617921"/>
            <a:ext cx="325631" cy="184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052" name="Picture 4" descr="Database of Databases | Nexus Blo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958" y="3277143"/>
            <a:ext cx="2215784" cy="113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551212" y="4418818"/>
            <a:ext cx="2037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DataBase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956" y="3631689"/>
            <a:ext cx="1019317" cy="11050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6546" y="5142093"/>
            <a:ext cx="1045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User1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425322" y="3203101"/>
            <a:ext cx="21188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User name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User id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Address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Email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Mobil Number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49" name="TextBox 2048"/>
          <p:cNvSpPr txBox="1"/>
          <p:nvPr/>
        </p:nvSpPr>
        <p:spPr>
          <a:xfrm>
            <a:off x="4701281" y="13535060"/>
            <a:ext cx="592940" cy="54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054" name="Picture 6" descr="Desktop computer emoji clipart. Free download transparent .PNG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127" y="-56743"/>
            <a:ext cx="2044050" cy="212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TextBox 2054"/>
          <p:cNvSpPr txBox="1"/>
          <p:nvPr/>
        </p:nvSpPr>
        <p:spPr>
          <a:xfrm>
            <a:off x="5891550" y="2014693"/>
            <a:ext cx="2017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Our App</a:t>
            </a:r>
            <a:endParaRPr lang="en-I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63" name="TextBox 2062"/>
          <p:cNvSpPr txBox="1"/>
          <p:nvPr/>
        </p:nvSpPr>
        <p:spPr>
          <a:xfrm>
            <a:off x="9450171" y="4618873"/>
            <a:ext cx="1959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Company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65" name="Picture 10" descr="School Icon PNG &amp; Download Transparent School Icon PNG Images for Free -  Nice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079" y="2709112"/>
            <a:ext cx="2381250" cy="192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0" name="Straight Arrow Connector 2069"/>
          <p:cNvCxnSpPr/>
          <p:nvPr/>
        </p:nvCxnSpPr>
        <p:spPr>
          <a:xfrm>
            <a:off x="7909035" y="624114"/>
            <a:ext cx="1684908" cy="1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Straight Arrow Connector 2071"/>
          <p:cNvCxnSpPr/>
          <p:nvPr/>
        </p:nvCxnSpPr>
        <p:spPr>
          <a:xfrm>
            <a:off x="9593943" y="696686"/>
            <a:ext cx="58057" cy="1965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8" name="Straight Arrow Connector 2077"/>
          <p:cNvCxnSpPr/>
          <p:nvPr/>
        </p:nvCxnSpPr>
        <p:spPr>
          <a:xfrm>
            <a:off x="4488551" y="3671137"/>
            <a:ext cx="805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5551212" y="2014693"/>
            <a:ext cx="0" cy="126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551212" y="2070782"/>
            <a:ext cx="340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891550" y="1679348"/>
            <a:ext cx="0" cy="39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0032530" y="5036457"/>
            <a:ext cx="0" cy="928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6738152" y="5979885"/>
            <a:ext cx="3294378" cy="1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6738152" y="4972280"/>
            <a:ext cx="0" cy="958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3227216" y="5950856"/>
            <a:ext cx="3510936" cy="29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3227215" y="4972280"/>
            <a:ext cx="0" cy="98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030984" y="1239172"/>
            <a:ext cx="31530" cy="1871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3030984" y="1080130"/>
            <a:ext cx="2685143" cy="21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67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300</Words>
  <Application>Microsoft Office PowerPoint</Application>
  <PresentationFormat>Widescreen</PresentationFormat>
  <Paragraphs>101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Franklin Gothic</vt:lpstr>
      <vt:lpstr>Mangal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23</cp:revision>
  <dcterms:created xsi:type="dcterms:W3CDTF">2023-09-20T20:36:02Z</dcterms:created>
  <dcterms:modified xsi:type="dcterms:W3CDTF">2023-09-20T23:27:11Z</dcterms:modified>
</cp:coreProperties>
</file>